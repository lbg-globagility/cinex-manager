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9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BA4DB-D2DB-4BCE-970E-E38BC8373A76}" type="datetimeFigureOut">
              <a:rPr lang="en-US" smtClean="0"/>
              <a:t>5/15/2014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1D7EA-EBAA-4600-8F10-D305F5AAB94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Photo Album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by Acer01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in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362200" y="2057400"/>
            <a:ext cx="6858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nema_time_click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143000" y="2286000"/>
            <a:ext cx="5600700" cy="3810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nema_time_click_adding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8001000" y="533400"/>
            <a:ext cx="9906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nema_time_click_confirm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On-screen Show (4:3)</PresentationFormat>
  <Paragraphs>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Photo Album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Acer01</dc:creator>
  <cp:lastModifiedBy>Acer01</cp:lastModifiedBy>
  <cp:revision>1</cp:revision>
  <dcterms:created xsi:type="dcterms:W3CDTF">2014-05-15T09:30:49Z</dcterms:created>
  <dcterms:modified xsi:type="dcterms:W3CDTF">2014-05-15T09:33:05Z</dcterms:modified>
</cp:coreProperties>
</file>